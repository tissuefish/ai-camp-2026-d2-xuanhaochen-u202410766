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大家好，我们是好难起名组。今天汇报混凝土裂缝筛查器：比较多数类基线与我们的小型 CNN，重点看漏检裂缝。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者的工作流程是先大量拍照、再人工复核，非常耗时。我们的真实输入是混凝土表面照片，输出是疑似裂缝和无裂缝两类，帮助维护人员优先复核疑似裂缝的照片，减少无效复核量。需要强调，这个筛查器只用于排序复核优先级，不能替代现场检查、工程师判断或结构安全决策。在所有错误里，最危险的是漏检裂缝：真实裂缝被标成无裂缝，就不会被送去复核，可能造成漏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真实数据来自 Kaggle 的 Surface Crack Detection，正负类各两万张，用 --check-data 验证通过。我们先用最简单的多数类基线：把所有图都判为裂缝，准确率只有 0.5，误报了 150 张无裂缝图，几乎不可用。候选方法是我们自己实现的 SmallCNN，两层卷积加池化再接全连接，输入 64×64 彩色图，输出两类。我们只改了模型，数据划分、指标和训练流程都不动，保证对比公平。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训练时每类最多取 600 张，75 比 25 划分，seed 2026，共 900 训练、300 测试，训练 8 个 epoch。结果上，基线准确率 0.5、误报 150；CNN 准确率 0.943、漏检 14、误报只有 3，误报和漏检都明显下降。最重要的一条证据是 CNN 训练损失从 0.68 降到 0.20，说明模型收敛良好，这些数字都能由 README 命令复现。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要强调限制：CNN 仍漏检 14 张裂缝，比如这张被漏检的真实裂缝，2 个和 8 个 epoch 都被漏检，说明漏检还没清零。而且筛查器只能安排复核顺序，不能替代现场检查或工程判断；切块数据有泄漏，数字可能偏乐观。总结：CNN 明显优于基线，大幅减少人工复核量。下一步看漏检图像共性，比如亮度、裂缝粗细，再考虑数据增强。谢谢大家。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91695" cy="73152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混凝土裂缝图像初步筛查器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CFDDEC"/>
                </a:solidFill>
                <a:latin typeface="Microsoft YaHei"/>
                <a:ea typeface="Microsoft YaHei"/>
              </a:rPr>
              <a:t>基线 vs 小型 CNN ｜ Day 2 视觉答辩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8E8E8"/>
                </a:solidFill>
                <a:latin typeface="Microsoft YaHei"/>
                <a:ea typeface="Microsoft YaHei"/>
              </a:rPr>
              <a:t>好难起名组：玄浩辰 黄皓晨 穆嘉奕 谢一苇</a:t>
            </a:r>
          </a:p>
          <a:p>
            <a:pPr algn="ctr"/>
            <a:r>
              <a:rPr sz="1400" b="0">
                <a:solidFill>
                  <a:srgbClr val="AFC2D6"/>
                </a:solidFill>
                <a:latin typeface="Microsoft YaHei"/>
                <a:ea typeface="Microsoft YaHei"/>
              </a:rPr>
              <a:t>2026-08-18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问题与使用者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使用者：设施维护团队（先大量拍照、再人工复核）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输入：混凝土表面照片；输出：疑似裂缝 / 无裂缝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用途：优先安排人工复核，减少无效复核量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边界：只用于复核排序，不替代现场检查、工程师判断或安全决策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最危险的错误：漏检裂缝（真实裂缝被标成无裂缝，不会被送去复核）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真实数据与简单基线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F3A5F"/>
                </a:solidFill>
                <a:latin typeface="Microsoft YaHei"/>
                <a:ea typeface="Microsoft YaHei"/>
              </a:rPr>
              <a:t>•  数据：Kaggle Surface Crack Detection，Positive/Negative 各 20000 张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F3A5F"/>
                </a:solidFill>
                <a:latin typeface="Microsoft YaHei"/>
                <a:ea typeface="Microsoft YaHei"/>
              </a:rPr>
              <a:t>•  检查：python train.py --check-data → PASSED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F3A5F"/>
                </a:solidFill>
                <a:latin typeface="Microsoft YaHei"/>
                <a:ea typeface="Microsoft YaHei"/>
              </a:rPr>
              <a:t>•  基线：多数类——所有图判为裂缝，acc 0.50，误报 150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1F3A5F"/>
                </a:solidFill>
                <a:latin typeface="Microsoft YaHei"/>
                <a:ea typeface="Microsoft YaHei"/>
              </a:rPr>
              <a:t>•  结论：基线几乎不可用，必须学习特征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候选方法与结果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F3A5F"/>
                </a:solidFill>
                <a:latin typeface="Microsoft YaHei"/>
                <a:ea typeface="Microsoft YaHei"/>
              </a:rPr>
              <a:t>•  候选：SmallCNN（2 卷积 + 2 池化 + 线性）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F3A5F"/>
                </a:solidFill>
                <a:latin typeface="Microsoft YaHei"/>
                <a:ea typeface="Microsoft YaHei"/>
              </a:rPr>
              <a:t>•  训练：600/类、75/25、seed 2026、8 epochs（900/300）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对比：基线 acc 0.50 ｜ CNN acc 0.943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CNN：漏检 14 ｜ 误报 3；train_loss 0.68 → 0.20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失败、限制与结论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1F3A5F"/>
                </a:solidFill>
                <a:latin typeface="Microsoft YaHei"/>
                <a:ea typeface="Microsoft YaHei"/>
              </a:rPr>
              <a:t>•  失败：CNN 仍漏检 14 张裂缝（如 04283.jpg，2ep 与 8ep 均漏检）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F3A5F"/>
                </a:solidFill>
                <a:latin typeface="Microsoft YaHei"/>
                <a:ea typeface="Microsoft YaHei"/>
              </a:rPr>
              <a:t>•  限制：不能替代现场检查 / 工程判断；切块数据有泄漏，数字偏乐观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结论：CNN 显著优于基线，大幅减少人工复核量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F3A5F"/>
                </a:solidFill>
                <a:latin typeface="Microsoft YaHei"/>
                <a:ea typeface="Microsoft YaHei"/>
              </a:rPr>
              <a:t>•  下一步：看漏检图像共性，再考虑数据增强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