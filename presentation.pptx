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大家好，我们是好难起名组。今天汇报混凝土裂缝筛查器：比较多数类基线与我们的小型 CNN，重点看漏检裂缝。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使用者先大量拍照再人工复核，很耗时。我们输出疑似裂缝和无裂缝，帮维护人员优先复核。它只用于复核排序，不能替代现场检查，最危险的是漏检裂缝。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数据来自 Kaggle，正负类各两万张，--check-data 验证通过。注意它由高分辨率图切块生成，随机拆分有泄漏风险，数字偏乐观。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先看多数类基线：把测试集所有图判为裂缝。准确率仅 0.5，误报 150 张无裂缝图，几乎不可用，这成为我们改进的起点。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候选是我们实现的 SmallCNN：两层卷积加池化再接全连接，输入 64×64 彩色图。我们只改模型，数据、划分、指标和训练流程都不动，保证对比公平。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训练每类最多取 600 张，75 比 25 划分，seed 2026，共 900 训练、300 测试。训练 8 个 epoch，用 Adam 和交叉熵损失。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核心对比：基线准确率 0.5、误报 150；CNN 准确率 0.943、漏检 14、误报仅 3。误报和漏检都明显下降，筛查器可行。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最重要证据：CNN 8 个 epoch 后准确率 0.943，漏检 14、误报 3，损失从 0.68 降到 0.20。这些数字都能由 README 命令复现。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这个案例是一张被漏检的真实裂缝，模型判为无裂缝，2 个和 8 个 epoch 都被漏检。说明漏检没清零，而漏检正是筛查最危险的错误。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要强调限制：CNN 仍漏检 14 张裂缝。它只能安排复核顺序，不能替代现场检查或工程判断；切块数据有泄漏，数字可能偏乐观，需谨慎解读。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总结：CNN 明显优于基线，大幅减少人工复核量。下一步看漏检图像的共性，比如亮度、裂缝粗细，再考虑数据增强。谢谢大家。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91695" cy="73152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</a:rPr>
              <a:t>混凝土裂缝图像初步筛查器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CFDDEC"/>
                </a:solidFill>
                <a:latin typeface="Microsoft YaHei"/>
                <a:ea typeface="Microsoft YaHei"/>
              </a:rPr>
              <a:t>基线 vs 小型 CNN ｜ Day 2 视觉答辩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8E8E8"/>
                </a:solidFill>
                <a:latin typeface="Microsoft YaHei"/>
                <a:ea typeface="Microsoft YaHei"/>
              </a:rPr>
              <a:t>好难起名组：玄浩辰 黄皓晨 穆嘉奕 谢一苇</a:t>
            </a:r>
          </a:p>
          <a:p>
            <a:pPr algn="ctr"/>
            <a:r>
              <a:rPr sz="1400" b="0">
                <a:solidFill>
                  <a:srgbClr val="AFC2D6"/>
                </a:solidFill>
                <a:latin typeface="Microsoft YaHei"/>
                <a:ea typeface="Microsoft YaHei"/>
              </a:rPr>
              <a:t>2026-08-18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问题与使用者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使用者：设施维护团队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真实输入：混凝土表面照片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需要的输出：疑似裂缝 / 无裂缝，用于安排人工复核的顺序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产品边界：只用于复核排序，不替代现场检查、工程师判断或安全决策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最危险的错误：漏检裂缝（真实裂缝被标成无裂缝，不会被送去复核）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真实数据与检查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来源：Kaggle Surface Crack Detection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Positive / Negative 各 20000 张，227×227 RGB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检查命令：python train.py --check-data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结果：REAL DATA CHECK PASSED（两文件夹各 20000）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风险：由 458 张高分辨率图切块生成，随机拆分存在数据泄漏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简单基线：多数类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方法：把所有测试图都判为裂缝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accuracy 0.50，crack_recall 1.0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误报 150 / 300（全部无裂缝图都被标成裂缝）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结论：作为筛查器几乎不可用，是改进的起点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候选方法：SmallCNN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3A5F"/>
                </a:solidFill>
                <a:latin typeface="Microsoft YaHei"/>
                <a:ea typeface="Microsoft YaHei"/>
              </a:rPr>
              <a:t>•  结构：Conv(3→8) → ReLU → Pool → Conv(8→16) → ReLU → Pool → Flatten → Linear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F3A5F"/>
                </a:solidFill>
                <a:latin typeface="Microsoft YaHei"/>
                <a:ea typeface="Microsoft YaHei"/>
              </a:rPr>
              <a:t>•  输入 64×64×3，输出 2 类（无裂缝 / 裂缝）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F3A5F"/>
                </a:solidFill>
                <a:latin typeface="Microsoft YaHei"/>
                <a:ea typeface="Microsoft YaHei"/>
              </a:rPr>
              <a:t>•  只实现 models.py 中的 SmallCNN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3A5F"/>
                </a:solidFill>
                <a:latin typeface="Microsoft YaHei"/>
                <a:ea typeface="Microsoft YaHei"/>
              </a:rPr>
              <a:t>•  保持不变：数据、划分、指标与训练流程均未改动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训练设置与不变条件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划分：每类最多 600 张，75/25 拆分，seed=2026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规模：900 训练 / 300 测试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训练：8 epochs，Adam(lr=0.001)，CrossEntropy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指标：accuracy / 漏检 FN / 误报 FP（同一条件下比较）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基线 vs CNN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 b="1">
                <a:solidFill>
                  <a:srgbClr val="1F3A5F"/>
                </a:solidFill>
                <a:latin typeface="Microsoft YaHei"/>
                <a:ea typeface="Microsoft YaHei"/>
              </a:rPr>
              <a:t>•  多数类基线：accuracy 0.50 ｜ 误报 150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1F3A5F"/>
                </a:solidFill>
                <a:latin typeface="Microsoft YaHei"/>
                <a:ea typeface="Microsoft YaHei"/>
              </a:rPr>
              <a:t>•  SmallCNN（8ep）：accuracy 0.943 ｜ 漏检 14 ｜ 误报 3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误报大幅下降，漏检明显减少，筛查器可用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一条最重要的证据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 b="1">
                <a:solidFill>
                  <a:srgbClr val="1F3A5F"/>
                </a:solidFill>
                <a:latin typeface="Microsoft YaHei"/>
                <a:ea typeface="Microsoft YaHei"/>
              </a:rPr>
              <a:t>•  CNN 8ep：accuracy 0.943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漏检 14 ｜ 误报 3（基线误报 150）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train_loss 0.68 → 0.20（明显收敛）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F3A5F"/>
                </a:solidFill>
                <a:latin typeface="Microsoft YaHei"/>
                <a:ea typeface="Microsoft YaHei"/>
              </a:rPr>
              <a:t>•  900 训练 / 300 测试，可复现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真实案例：漏检裂缝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样本：data/raw/Positive/04283.jpg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真实结果：crack；系统输出：no_crack（漏检）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在 2ep 与 8ep 中均被漏检，是持续困难的样本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漏检是筛查场景最危险的错误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失败与限制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CNN 8ep 仍漏检 14 张裂缝（2ep 为 43，已大幅改善但未清零）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不能替代现场检查 / 工程师判断 / 结构安全决策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切块数据存在泄漏，数字可能偏乐观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只用于安排人工复核排序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结论与下一步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结论：CNN 显著优于多数类基线，大幅减少人工复核量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下一步：查看漏检图像共性（亮度 / 裂缝粗细 / 对比度）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考虑针对性数据增强后再训练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1F3A5F"/>
                </a:solidFill>
                <a:latin typeface="Microsoft YaHei"/>
                <a:ea typeface="Microsoft YaHei"/>
              </a:rPr>
              <a:t>•  谢谢！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