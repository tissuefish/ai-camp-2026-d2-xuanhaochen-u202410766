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0a13a4ea2084f94" Type="http://schemas.openxmlformats.org/officeDocument/2006/relationships/extended-properties" Target="docProps/app.xml"/><Relationship Id="R098bfba894e2479d" Type="http://schemas.openxmlformats.org/officeDocument/2006/relationships/officeDocument" Target="ppt/presentation.xml"/><Relationship Id="R65851e71e0db4407" Type="http://schemas.openxmlformats.org/officeDocument/2006/relationships/custom-properties" Target="docProps/custom.xml"/><Relationship Id="Rfedc41f63bbd4a6b" Type="http://schemas.openxmlformats.org/package/2006/relationships/metadata/core-properties" Target="docProps/core.xml"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b6e41e017be4c9a"/>
  </p:notesMasterIdLst>
  <p:sldIdLst>
    <p:sldId id="256" r:id="Rf8354318c9c74574"/>
    <p:sldId id="257" r:id="R57dc5e550f954a64"/>
    <p:sldId id="258" r:id="Rba0ee6944f0e495e"/>
    <p:sldId id="259" r:id="Rc074b649b6c447f7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57dc5e550f954a64" Type="http://schemas.openxmlformats.org/officeDocument/2006/relationships/slide" Target="slides/slide2.xml"/><Relationship Id="Rba0ee6944f0e495e" Type="http://schemas.openxmlformats.org/officeDocument/2006/relationships/slide" Target="slides/slide3.xml"/><Relationship Id="Rbb6e41e017be4c9a" Type="http://schemas.openxmlformats.org/officeDocument/2006/relationships/notesMaster" Target="notesMasters/notesMaster1.xml"/><Relationship Id="Rc074b649b6c447f7" Type="http://schemas.openxmlformats.org/officeDocument/2006/relationships/slide" Target="slides/slide4.xml"/><Relationship Id="Rf8354318c9c74574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776bcb2bdf06442e" Type="http://schemas.openxmlformats.org/officeDocument/2006/relationships/theme" Target="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86615b4e46d4e1e" Type="http://schemas.openxmlformats.org/officeDocument/2006/relationships/slide" Target="../slides/slide1.xml"/><Relationship Id="R3a643b3f2eb44b05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b46c2d71fb04c34" Type="http://schemas.openxmlformats.org/officeDocument/2006/relationships/notesMaster" Target="../notesMasters/notesMaster1.xml"/><Relationship Id="R404e4e3675a5495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2e209912104471f" Type="http://schemas.openxmlformats.org/officeDocument/2006/relationships/slide" Target="../slides/slide3.xml"/><Relationship Id="R3e3738f8e2d74ff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7ea70d56cfb8482e" Type="http://schemas.openxmlformats.org/officeDocument/2006/relationships/notesMaster" Target="../notesMasters/notesMaster1.xml"/><Relationship Id="R8d245a087b6a4cb9" Type="http://schemas.openxmlformats.org/officeDocument/2006/relationships/slide" Target="../slides/slide4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先说使用者和问题，不讲课程日名称代替问题。指出真实输入和产品边界。目标 30 秒。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说明基线为何简单、候选只复杂哪一步，以及比较条件如何保持相同。目标 45 秒。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只选择一条最能回答问题的证据。说出命令、指标含义和一个真实样本。目标 60 秒。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用失败收尾，明确不能声称什么和下一项最小检查。不要说泛泛的“数据不够”。目标 45 秒。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edba8ea63124930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35a1e0a25cb413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b8969c20ffe4c8f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48023f1a8d643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d4bf08e9eb543d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8bc315336deb4de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<?xml version='1.0' encoding='UTF-8' standalone='yes'?>
<Relationships xmlns="http://schemas.openxmlformats.org/package/2006/relationships"><Relationship Id="R44a45034051e4ef9" Type="http://schemas.openxmlformats.org/officeDocument/2006/relationships/notesSlide" Target="../notesSlides/notesSlide1.xml"/><Relationship Id="Raefebeb3045e49b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273428f4bf784ab7" Type="http://schemas.openxmlformats.org/officeDocument/2006/relationships/notesSlide" Target="../notesSlides/notesSlide2.xml"/><Relationship Id="R7844c19829c34b0c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6ba6474a54994b41" Type="http://schemas.openxmlformats.org/officeDocument/2006/relationships/slideLayout" Target="../slideLayouts/slideLayout1.xml"/><Relationship Id="R83c9e05996514fc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3082804f6d3f4b95" Type="http://schemas.openxmlformats.org/officeDocument/2006/relationships/notesSlide" Target="../notesSlides/notesSlide4.xml"/><Relationship Id="R840776f45b3c4f3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3B45"/>
        </a:solidFill>
      </p:bgPr>
    </p:bg>
    <p:spTree>
      <p:nvGrpSpPr>
        <p:cNvPr id="1" name=""/>
        <p:cNvGrpSpPr/>
        <p:nvPr/>
      </p:nvGrpSpPr>
      <p:grpSpPr/>
      <p:sp>
        <p:nvSpPr>
          <p:cNvPr id="100000" name="HeroNumber"/>
          <p:cNvSpPr/>
          <p:nvPr/>
        </p:nvSpPr>
        <p:spPr>
          <a:xfrm xmlns:a="http://schemas.openxmlformats.org/drawingml/2006/main">
            <a:off x="720000" y="1080000"/>
            <a:ext cx="1800000" cy="180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46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0001" name="CoverTitle"/>
          <p:cNvSpPr txBox="1"/>
          <p:nvPr/>
        </p:nvSpPr>
        <p:spPr>
          <a:xfrm xmlns:a="http://schemas.openxmlformats.org/drawingml/2006/main">
            <a:off x="2952000" y="1152000"/>
            <a:ext cx="8460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4200" b="1">
                <a:solidFill>
                  <a:srgbClr val="FFFFFF"/>
                </a:solidFill>
                <a:latin typeface="Microsoft YaHei"/>
                <a:ea typeface="Microsoft YaHei"/>
              </a:rPr>
              <a:t>问题与使用者</a:t>
            </a:r>
          </a:p>
        </p:txBody>
      </p:sp>
      <p:sp>
        <p:nvSpPr>
          <p:cNvPr id="100002" name="CoverBody"/>
          <p:cNvSpPr txBox="1"/>
          <p:nvPr/>
        </p:nvSpPr>
        <p:spPr>
          <a:xfrm xmlns:a="http://schemas.openxmlformats.org/drawingml/2006/main">
            <a:off x="2952000" y="2160000"/>
            <a:ext cx="792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2200" b="0">
                <a:solidFill>
                  <a:srgbClr val="D6F5EE"/>
                </a:solidFill>
                <a:latin typeface="Microsoft YaHei"/>
                <a:ea typeface="Microsoft YaHei"/>
              </a:rPr>
              <a:t>设施维护团队需先从大量混凝土照片中筛出疑似裂缝、再安排人工复核。输入：混凝土表面照片；输出：疑似裂缝/无裂缝；用于决定哪些照片优先复核。</a:t>
            </a:r>
          </a:p>
        </p:txBody>
      </p:sp>
      <p:sp>
        <p:nvSpPr>
          <p:cNvPr id="100003" name="CoverMeta"/>
          <p:cNvSpPr txBox="1"/>
          <p:nvPr/>
        </p:nvSpPr>
        <p:spPr>
          <a:xfrm xmlns:a="http://schemas.openxmlformats.org/drawingml/2006/main">
            <a:off x="2952000" y="4572000"/>
            <a:ext cx="72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1600" b="1">
                <a:solidFill>
                  <a:srgbClr val="8DDDD0"/>
                </a:solidFill>
                <a:latin typeface="Microsoft YaHei"/>
                <a:ea typeface="Microsoft YaHei"/>
              </a:rPr>
              <a:t>每日 3 分钟答辩 · 第 1 页约 30 秒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BFA"/>
        </a:solidFill>
      </p:bgPr>
    </p:bg>
    <p:spTree>
      <p:nvGrpSpPr>
        <p:cNvPr id="1" name=""/>
        <p:cNvGrpSpPr/>
        <p:nvPr/>
      </p:nvGrpSpPr>
      <p:grpSpPr/>
      <p:sp>
        <p:nvSpPr>
          <p:cNvPr id="100004" name="Kicker"/>
          <p:cNvSpPr txBox="1"/>
          <p:nvPr/>
        </p:nvSpPr>
        <p:spPr>
          <a:xfrm xmlns:a="http://schemas.openxmlformats.org/drawingml/2006/main">
            <a:off x="540000" y="252000"/>
            <a:ext cx="540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1400" b="1">
                <a:solidFill>
                  <a:srgbClr val="028090"/>
                </a:solidFill>
                <a:latin typeface="Microsoft YaHei"/>
                <a:ea typeface="Microsoft YaHei"/>
              </a:rPr>
              <a:t>02 · 约 45 秒</a:t>
            </a:r>
          </a:p>
        </p:txBody>
      </p:sp>
      <p:sp>
        <p:nvSpPr>
          <p:cNvPr id="100005" name="Title"/>
          <p:cNvSpPr txBox="1"/>
          <p:nvPr/>
        </p:nvSpPr>
        <p:spPr>
          <a:xfrm xmlns:a="http://schemas.openxmlformats.org/drawingml/2006/main">
            <a:off x="540000" y="558000"/>
            <a:ext cx="10980000" cy="75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3800" b="1">
                <a:solidFill>
                  <a:srgbClr val="183B45"/>
                </a:solidFill>
                <a:latin typeface="Microsoft YaHei"/>
                <a:ea typeface="Microsoft YaHei"/>
              </a:rPr>
              <a:t>方法与简单基线</a:t>
            </a:r>
          </a:p>
        </p:txBody>
      </p:sp>
      <p:sp>
        <p:nvSpPr>
          <p:cNvPr id="100006" name="PageMark"/>
          <p:cNvSpPr/>
          <p:nvPr/>
        </p:nvSpPr>
        <p:spPr>
          <a:xfrm xmlns:a="http://schemas.openxmlformats.org/drawingml/2006/main">
            <a:off x="11232000" y="252000"/>
            <a:ext cx="396000" cy="39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7" name="Input"/>
          <p:cNvSpPr/>
          <p:nvPr/>
        </p:nvSpPr>
        <p:spPr>
          <a:xfrm xmlns:a="http://schemas.openxmlformats.org/drawingml/2006/main">
            <a:off x="540000" y="2160000"/>
            <a:ext cx="29880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F4EE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200" b="1">
                <a:solidFill>
                  <a:srgbClr val="123A3A"/>
                </a:solidFill>
                <a:latin typeface="Microsoft YaHei"/>
                <a:ea typeface="Microsoft YaHei"/>
              </a:rPr>
              <a:t>真实输入</a:t>
            </a:r>
          </a:p>
          <a:p xmlns:a="http://schemas.openxmlformats.org/drawingml/2006/main">
            <a:pPr algn="ctr"/>
            <a:r>
              <a:rPr lang="zh-CN" sz="2200" b="1">
                <a:solidFill>
                  <a:srgbClr val="123A3A"/>
                </a:solidFill>
                <a:latin typeface="Microsoft YaHei"/>
                <a:ea typeface="Microsoft YaHei"/>
              </a:rPr>
              <a:t>Kaggle Surface Crack Detection
Positive / Negative 各 20000 张
python train.py --check-data 通过</a:t>
            </a:r>
          </a:p>
        </p:txBody>
      </p:sp>
      <p:sp>
        <p:nvSpPr>
          <p:cNvPr id="100008" name="Baseline"/>
          <p:cNvSpPr/>
          <p:nvPr/>
        </p:nvSpPr>
        <p:spPr>
          <a:xfrm xmlns:a="http://schemas.openxmlformats.org/drawingml/2006/main">
            <a:off x="4572000" y="2160000"/>
            <a:ext cx="29880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9E8F2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200" b="1">
                <a:solidFill>
                  <a:srgbClr val="173F5F"/>
                </a:solidFill>
                <a:latin typeface="Microsoft YaHei"/>
                <a:ea typeface="Microsoft YaHei"/>
              </a:rPr>
              <a:t>简单基线</a:t>
            </a:r>
          </a:p>
          <a:p xmlns:a="http://schemas.openxmlformats.org/drawingml/2006/main">
            <a:pPr algn="ctr"/>
            <a:r>
              <a:rPr lang="zh-CN" sz="2200" b="1">
                <a:solidFill>
                  <a:srgbClr val="173F5F"/>
                </a:solidFill>
                <a:latin typeface="Microsoft YaHei"/>
                <a:ea typeface="Microsoft YaHei"/>
              </a:rPr>
              <a:t>多数类：全部判为裂缝
acc 0.50 ｜ 误报 150</a:t>
            </a:r>
          </a:p>
        </p:txBody>
      </p:sp>
      <p:sp>
        <p:nvSpPr>
          <p:cNvPr id="100009" name="Candidate"/>
          <p:cNvSpPr/>
          <p:nvPr/>
        </p:nvSpPr>
        <p:spPr>
          <a:xfrm xmlns:a="http://schemas.openxmlformats.org/drawingml/2006/main">
            <a:off x="8604000" y="2160000"/>
            <a:ext cx="29880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E4C8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200" b="1">
                <a:solidFill>
                  <a:srgbClr val="6B3E16"/>
                </a:solidFill>
                <a:latin typeface="Microsoft YaHei"/>
                <a:ea typeface="Microsoft YaHei"/>
              </a:rPr>
              <a:t>候选方法</a:t>
            </a:r>
          </a:p>
          <a:p xmlns:a="http://schemas.openxmlformats.org/drawingml/2006/main">
            <a:pPr algn="ctr"/>
            <a:r>
              <a:rPr lang="zh-CN" sz="2200" b="1">
                <a:solidFill>
                  <a:srgbClr val="6B3E16"/>
                </a:solidFill>
                <a:latin typeface="Microsoft YaHei"/>
                <a:ea typeface="Microsoft YaHei"/>
              </a:rPr>
              <a:t>SmallCNN（2 卷积 + 2 池化 + 线性）
acc 0.943 ｜ 漏检 14 ｜ 误报 3</a:t>
            </a:r>
          </a:p>
        </p:txBody>
      </p:sp>
      <p:sp>
        <p:nvSpPr>
          <p:cNvPr id="100010" name="MethodPrompt"/>
          <p:cNvSpPr txBox="1"/>
          <p:nvPr/>
        </p:nvSpPr>
        <p:spPr>
          <a:xfrm xmlns:a="http://schemas.openxmlformats.org/drawingml/2006/main">
            <a:off x="1080000" y="4680000"/>
            <a:ext cx="10008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000" b="0">
                <a:solidFill>
                  <a:srgbClr val="39545B"/>
                </a:solidFill>
                <a:latin typeface="Microsoft YaHei"/>
                <a:ea typeface="Microsoft YaHei"/>
              </a:rPr>
              <a:t>数据划分：每类最多 600、75/25、seed 2026；指标 accuracy / 漏检 / 误报均未改动。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11" name="Kicker"/>
          <p:cNvSpPr txBox="1"/>
          <p:nvPr/>
        </p:nvSpPr>
        <p:spPr>
          <a:xfrm xmlns:a="http://schemas.openxmlformats.org/drawingml/2006/main">
            <a:off x="540000" y="252000"/>
            <a:ext cx="540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1400" b="1">
                <a:solidFill>
                  <a:srgbClr val="028090"/>
                </a:solidFill>
                <a:latin typeface="Microsoft YaHei"/>
                <a:ea typeface="Microsoft YaHei"/>
              </a:rPr>
              <a:t>03 · 约 60 秒</a:t>
            </a:r>
          </a:p>
        </p:txBody>
      </p:sp>
      <p:sp>
        <p:nvSpPr>
          <p:cNvPr id="100012" name="Title"/>
          <p:cNvSpPr txBox="1"/>
          <p:nvPr/>
        </p:nvSpPr>
        <p:spPr>
          <a:xfrm xmlns:a="http://schemas.openxmlformats.org/drawingml/2006/main">
            <a:off x="540000" y="558000"/>
            <a:ext cx="10980000" cy="75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3800" b="1">
                <a:solidFill>
                  <a:srgbClr val="183B45"/>
                </a:solidFill>
                <a:latin typeface="Microsoft YaHei"/>
                <a:ea typeface="Microsoft YaHei"/>
              </a:rPr>
              <a:t>一条最重要的证据</a:t>
            </a:r>
          </a:p>
        </p:txBody>
      </p:sp>
      <p:sp>
        <p:nvSpPr>
          <p:cNvPr id="100013" name="PageMark"/>
          <p:cNvSpPr/>
          <p:nvPr/>
        </p:nvSpPr>
        <p:spPr>
          <a:xfrm xmlns:a="http://schemas.openxmlformats.org/drawingml/2006/main">
            <a:off x="11232000" y="252000"/>
            <a:ext cx="396000" cy="39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4" name="Metric"/>
          <p:cNvSpPr/>
          <p:nvPr/>
        </p:nvSpPr>
        <p:spPr>
          <a:xfrm xmlns:a="http://schemas.openxmlformats.org/drawingml/2006/main">
            <a:off x="540000" y="1800000"/>
            <a:ext cx="5292000" cy="22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83B4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主指标</a:t>
            </a:r>
          </a:p>
          <a:p xmlns:a="http://schemas.openxmlformats.org/drawingml/2006/main">
            <a:pPr algn="ctr"/>
            <a:r>
              <a:rPr 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CNN 8ep：acc 0.943
漏检 14 ｜ 误报 3（基线误报 150）
900 训练 / 300 测试</a:t>
            </a:r>
          </a:p>
        </p:txBody>
      </p:sp>
      <p:sp>
        <p:nvSpPr>
          <p:cNvPr id="100015" name="Case"/>
          <p:cNvSpPr/>
          <p:nvPr/>
        </p:nvSpPr>
        <p:spPr>
          <a:xfrm xmlns:a="http://schemas.openxmlformats.org/drawingml/2006/main">
            <a:off x="6156000" y="1800000"/>
            <a:ext cx="5436000" cy="22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200" b="1">
                <a:solidFill>
                  <a:srgbClr val="083B35"/>
                </a:solidFill>
                <a:latin typeface="Microsoft YaHei"/>
                <a:ea typeface="Microsoft YaHei"/>
              </a:rPr>
              <a:t>真实案例</a:t>
            </a:r>
          </a:p>
          <a:p xmlns:a="http://schemas.openxmlformats.org/drawingml/2006/main">
            <a:pPr algn="ctr"/>
            <a:r>
              <a:rPr lang="zh-CN" sz="2200" b="1">
                <a:solidFill>
                  <a:srgbClr val="083B35"/>
                </a:solidFill>
                <a:latin typeface="Microsoft YaHei"/>
                <a:ea typeface="Microsoft YaHei"/>
              </a:rPr>
              <a:t>漏检裂缝 data/raw/Positive/04283.jpg
true=crack，predicted=no_crack</a:t>
            </a:r>
          </a:p>
        </p:txBody>
      </p:sp>
      <p:sp>
        <p:nvSpPr>
          <p:cNvPr id="100016" name="EvidencePrompt"/>
          <p:cNvSpPr txBox="1"/>
          <p:nvPr/>
        </p:nvSpPr>
        <p:spPr>
          <a:xfrm xmlns:a="http://schemas.openxmlformats.org/drawingml/2006/main">
            <a:off x="792000" y="4680000"/>
            <a:ext cx="10584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000" b="0">
                <a:solidFill>
                  <a:srgbClr val="39545B"/>
                </a:solidFill>
                <a:latin typeface="Microsoft YaHei"/>
                <a:ea typeface="Microsoft YaHei"/>
              </a:rPr>
              <a:t>由 python train.py --model cnn --epochs 8 生成；数字见 runs/cnn.json。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83B45"/>
        </a:solidFill>
      </p:bgPr>
    </p:bg>
    <p:spTree>
      <p:nvGrpSpPr>
        <p:cNvPr id="1" name=""/>
        <p:cNvGrpSpPr/>
        <p:nvPr/>
      </p:nvGrpSpPr>
      <p:grpSpPr/>
      <p:sp>
        <p:nvSpPr>
          <p:cNvPr id="100017" name="EndTitle"/>
          <p:cNvSpPr txBox="1"/>
          <p:nvPr/>
        </p:nvSpPr>
        <p:spPr>
          <a:xfrm xmlns:a="http://schemas.openxmlformats.org/drawingml/2006/main">
            <a:off x="540000" y="504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3800" b="1">
                <a:solidFill>
                  <a:srgbClr val="FFFFFF"/>
                </a:solidFill>
                <a:latin typeface="Microsoft YaHei"/>
                <a:ea typeface="Microsoft YaHei"/>
              </a:rPr>
              <a:t>失败、限制与下一问题</a:t>
            </a:r>
          </a:p>
        </p:txBody>
      </p:sp>
      <p:sp>
        <p:nvSpPr>
          <p:cNvPr id="100018" name="Failure"/>
          <p:cNvSpPr/>
          <p:nvPr/>
        </p:nvSpPr>
        <p:spPr>
          <a:xfrm xmlns:a="http://schemas.openxmlformats.org/drawingml/2006/main">
            <a:off x="540000" y="1800000"/>
            <a:ext cx="3456000" cy="20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E4C8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100" b="1">
                <a:solidFill>
                  <a:srgbClr val="6B3E16"/>
                </a:solidFill>
                <a:latin typeface="Microsoft YaHei"/>
                <a:ea typeface="Microsoft YaHei"/>
              </a:rPr>
              <a:t>一个真实失败</a:t>
            </a:r>
          </a:p>
          <a:p xmlns:a="http://schemas.openxmlformats.org/drawingml/2006/main">
            <a:pPr algn="ctr"/>
            <a:r>
              <a:rPr lang="zh-CN" sz="2100" b="1">
                <a:solidFill>
                  <a:srgbClr val="6B3E16"/>
                </a:solidFill>
                <a:latin typeface="Microsoft YaHei"/>
                <a:ea typeface="Microsoft YaHei"/>
              </a:rPr>
              <a:t>CNN 8ep 仍漏检 14 张裂缝
（2ep 为 43，明显改善但未清零）</a:t>
            </a:r>
          </a:p>
        </p:txBody>
      </p:sp>
      <p:sp>
        <p:nvSpPr>
          <p:cNvPr id="100019" name="Limit"/>
          <p:cNvSpPr/>
          <p:nvPr/>
        </p:nvSpPr>
        <p:spPr>
          <a:xfrm xmlns:a="http://schemas.openxmlformats.org/drawingml/2006/main">
            <a:off x="4374000" y="1800000"/>
            <a:ext cx="3456000" cy="20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F4EE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100" b="1">
                <a:solidFill>
                  <a:srgbClr val="123A3A"/>
                </a:solidFill>
                <a:latin typeface="Microsoft YaHei"/>
                <a:ea typeface="Microsoft YaHei"/>
              </a:rPr>
              <a:t>证据不支持什么</a:t>
            </a:r>
          </a:p>
          <a:p xmlns:a="http://schemas.openxmlformats.org/drawingml/2006/main">
            <a:pPr algn="ctr"/>
            <a:r>
              <a:rPr lang="zh-CN" sz="2100" b="1">
                <a:solidFill>
                  <a:srgbClr val="123A3A"/>
                </a:solidFill>
                <a:latin typeface="Microsoft YaHei"/>
                <a:ea typeface="Microsoft YaHei"/>
              </a:rPr>
              <a:t>不能替代现场检查 / 工程师判断 / 安全决策
切块数据存在泄漏，数字偏乐观</a:t>
            </a:r>
          </a:p>
        </p:txBody>
      </p:sp>
      <p:sp>
        <p:nvSpPr>
          <p:cNvPr id="100020" name="Next"/>
          <p:cNvSpPr/>
          <p:nvPr/>
        </p:nvSpPr>
        <p:spPr>
          <a:xfrm xmlns:a="http://schemas.openxmlformats.org/drawingml/2006/main">
            <a:off x="8208000" y="1800000"/>
            <a:ext cx="3456000" cy="20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9E8F2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100" b="1">
                <a:solidFill>
                  <a:srgbClr val="173F5F"/>
                </a:solidFill>
                <a:latin typeface="Microsoft YaHei"/>
                <a:ea typeface="Microsoft YaHei"/>
              </a:rPr>
              <a:t>下一项最小检查</a:t>
            </a:r>
          </a:p>
          <a:p xmlns:a="http://schemas.openxmlformats.org/drawingml/2006/main">
            <a:pPr algn="ctr"/>
            <a:r>
              <a:rPr lang="zh-CN" sz="2100" b="1">
                <a:solidFill>
                  <a:srgbClr val="173F5F"/>
                </a:solidFill>
                <a:latin typeface="Microsoft YaHei"/>
                <a:ea typeface="Microsoft YaHei"/>
              </a:rPr>
              <a:t>查看 runs/cnn-errors.png 归纳漏检共性
（亮度 / 裂缝粗细 / 对比度），考虑数据增强</a:t>
            </a:r>
          </a:p>
        </p:txBody>
      </p:sp>
      <p:sp>
        <p:nvSpPr>
          <p:cNvPr id="100021" name="EndMeta"/>
          <p:cNvSpPr txBox="1"/>
          <p:nvPr/>
        </p:nvSpPr>
        <p:spPr>
          <a:xfrm xmlns:a="http://schemas.openxmlformats.org/drawingml/2006/main">
            <a:off x="720000" y="4680000"/>
            <a:ext cx="10764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1900" b="1">
                <a:solidFill>
                  <a:srgbClr val="D6F5EE"/>
                </a:solidFill>
                <a:latin typeface="Microsoft YaHei"/>
                <a:ea typeface="Microsoft YaHei"/>
              </a:rPr>
              <a:t>准备回答：代码追踪 · 指标 · 失败 · 智能体贡献 · 小变化预测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2026-08-11T15:34:49Z</dcterms:created>
  <cp:lastModifiedBy>OfficeCLI</cp:lastModifiedBy>
  <dcterms:modified xsi:type="dcterms:W3CDTF">2026-08-11T15:34:49Z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2026-08-11T15:35:06Z</vt:lpwstr>
  </op:property>
</op:Properties>
</file>