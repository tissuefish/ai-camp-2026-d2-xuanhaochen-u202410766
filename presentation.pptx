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大家好，我们是好难起名组。今天汇报混凝土裂缝初步筛查器：比较多数类基线与小型 CNN，重点检查漏检裂缝。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使用者先大量拍照再人工复核，非常耗时。我们输出疑似裂缝和无裂缝，帮维护人员优先复核，且只用于排序，不替代现场检查。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数据来自 Kaggle 的 Surface Crack Detection，正负类各两万张，--check-data 验证通过。注意是切块生成，有泄漏风险。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先用多数类基线：所有图判为裂缝。准确率仅 0.5，误报 150 张无裂缝图，几乎不可用，是改进的起点。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候选是自实现的 SmallCNN：两层卷积加池化再接全连接，输入 64×64 彩色图，输出两类。只改模型，未动数据、指标与流程。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训练每类最多 600 张，75/25 划分，seed 2026，共 900 训练、300 测试。8 个 epoch，Adam 与交叉熵损失。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核心对比：基线准确率 0.5、误报 150；CNN 准确率 0.943、漏检 14、误报仅 3，误报与漏检都明显改善。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最重要证据：CNN 8ep 准确率 0.943，漏检 14、误报 3，训练损失从 0.68 降到 0.20，收敛良好且可复现。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这是被漏检的真实裂缝，模型判为无裂缝，2ep 与 8ep 都漏检。漏检还没清零，是筛查最危险的地方。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CNN 仍漏检 14 张裂缝。它只能安排复核顺序，不能替代现场检查或工程判断；切块数据有泄漏，数字偏乐观。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总结：CNN 明显优于基线，大幅减少复核量。下一步看漏检图像共性，再考虑数据增强。谢谢大家。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73152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</a:rPr>
              <a:t>混凝土裂缝图像初步筛查器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FDDEC"/>
                </a:solidFill>
                <a:latin typeface="Microsoft YaHei"/>
                <a:ea typeface="Microsoft YaHei"/>
              </a:rPr>
              <a:t>基线 vs 小型 CNN ｜ Day 2 视觉答辩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8E8E8"/>
                </a:solidFill>
                <a:latin typeface="Microsoft YaHei"/>
                <a:ea typeface="Microsoft YaHei"/>
              </a:rPr>
              <a:t>好难起名组：玄浩辰 黄皓晨 穆嘉奕 谢一苇</a:t>
            </a:r>
          </a:p>
          <a:p>
            <a:pPr algn="ctr"/>
            <a:r>
              <a:rPr sz="1400" b="0" i="0">
                <a:solidFill>
                  <a:srgbClr val="AFC2D6"/>
                </a:solidFill>
                <a:latin typeface="Microsoft YaHei"/>
                <a:ea typeface="Microsoft YaHei"/>
              </a:rPr>
              <a:t>2026-08-18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问题与使用者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真实数据与检查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简单基线：多数类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候选方法：SmallCNN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训练设置与不变条件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基线 vs CNN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一条最重要的证据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真实案例：漏检裂缝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失败与限制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结论与下一步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1F3A5F"/>
                </a:solidFill>
                <a:latin typeface="Microsoft YaHei"/>
                <a:ea typeface="Microsoft YaHei"/>
              </a:rPr>
              <a:t>•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4A4A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