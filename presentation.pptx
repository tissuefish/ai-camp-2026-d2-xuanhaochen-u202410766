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7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770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30 秒：说明使用者（设施维护团队）、业务价值（减少无效复核、暴露漏检风险）。明确这是图像二分类任务：Target=crack/no_crack，Features=3×64×64 RGB 张量。强调最危险错误是漏检裂缝（FN），并说明边界：不替代现场检查与安全决策。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45 秒：基线（多数类，acc 0.50）零训练、提供下限；CNN 用卷积核学习局部纹理、参数共享更稳健。二者同数据同划分同测试集。结合代码解释：两层卷积+池化逐步抽象特征；预处理统一到 3×64×64 张量。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60 秒：报主指标 acc 0.500→0.943、漏检 14、误报 150→3、train_loss 0.68→0.20。说明划分 75/25（900/300）。强调 FN 漏检最危险，FP 只增复核量。图表为占位：插入 Loss 曲线或混淆矩阵后，用“左图展示训练损失下降、右图展示漏检集中在哪类图像”引导讲解。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45 秒：用真实失败收尾（漏检 14 张，04283.jpg 多轮都漏）。说明理论上合理的失败场景：光照/阴影/划痕相似、细裂缝细节丢失、切块数据泄漏使数字偏乐观。明确证据不支持现场检查/安全决策。下一项：统计漏检共性 → 数据增强 → 按源图划分重评估。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360000"/>
            <a:ext cx="1116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FFFFFF"/>
                </a:solidFill>
                <a:latin typeface="Microsoft YaHei"/>
                <a:ea typeface="Microsoft YaHei"/>
              </a:rPr>
              <a:t>问题与使用者：混凝土裂缝图像筛查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972000"/>
            <a:ext cx="1116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2C39A"/>
                </a:solidFill>
                <a:latin typeface="Microsoft YaHei"/>
                <a:ea typeface="Microsoft YaHei"/>
              </a:rPr>
              <a:t>Day 2 · 图像二分类 · 从多数类基线到小型 CNN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404000"/>
            <a:ext cx="11124000" cy="1475999"/>
          </a:xfrm>
          <a:prstGeom prst="roundRect">
            <a:avLst/>
          </a:prstGeom>
          <a:solidFill>
            <a:srgbClr val="1E4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工程 / 业务意义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设施维护团队会收到大量混凝土表面照片，人工逐张查看耗时；光照、纹理、阴影和污渍又与裂缝相似。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本系统先把照片分成“可能有裂缝 / 未发现裂缝”，把疑似照片优先交给人工复核，减少无效复核量，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并把真正裂缝被漏掉（未送复核）的风险暴露出来。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988000"/>
            <a:ext cx="5544000" cy="2376000"/>
          </a:xfrm>
          <a:prstGeom prst="roundRect">
            <a:avLst/>
          </a:prstGeom>
          <a:solidFill>
            <a:srgbClr val="224D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任务定义：图像二分类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Target（目标）：裂缝 crack / 无裂缝 no_crack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Features（输入）：3×64×64 RGB 图像张量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一条样本：一张混凝土表面照片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F5EE"/>
                </a:solidFill>
                <a:latin typeface="Microsoft YaHei"/>
                <a:ea typeface="Microsoft YaHei"/>
              </a:rPr>
              <a:t>· 模型输出：二分类得分 → 类别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0" y="2988000"/>
            <a:ext cx="5184000" cy="2376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6B3E16"/>
                </a:solidFill>
                <a:latin typeface="Microsoft YaHei"/>
                <a:ea typeface="Microsoft YaHei"/>
              </a:rPr>
              <a:t>最危险的错误与边界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6B3E16"/>
                </a:solidFill>
                <a:latin typeface="Microsoft YaHei"/>
                <a:ea typeface="Microsoft YaHei"/>
              </a:rPr>
              <a:t>· 漏检裂缝（FN）：真实裂缝被标成无裂缝，不会被送去复核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· 误报（FP）：无裂缝被标为裂缝，只增加复核量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· 边界：只用于复核排序；不替代现场检查、工程师判断或安全决策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6263999"/>
            <a:ext cx="1116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8DDDD0"/>
                </a:solidFill>
                <a:latin typeface="Microsoft YaHei"/>
                <a:ea typeface="Microsoft YaHei"/>
              </a:rPr>
              <a:t>好难起名组：玄浩辰 黄皓晨 穆嘉奕 谢一苇 · 2026-08-18 · 第 1 页约 30 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02 · 约 45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方法与基线：从多数类到卷积神经网络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5544000" cy="2160000"/>
          </a:xfrm>
          <a:prstGeom prst="roundRect">
            <a:avLst/>
          </a:prstGeom>
          <a:solidFill>
            <a:srgbClr val="C9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3F5F"/>
                </a:solidFill>
                <a:latin typeface="Microsoft YaHei"/>
                <a:ea typeface="Microsoft YaHei"/>
              </a:rPr>
              <a:t>① 简单基线（Baseline）：多数类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原理：零训练、无参数，把所有图判成训练集里最多的类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为什么用它：提供最低可比较下限，防止高估任何模型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73F5F"/>
                </a:solidFill>
                <a:latin typeface="Microsoft YaHei"/>
                <a:ea typeface="Microsoft YaHei"/>
              </a:rPr>
              <a:t>· 真实结果：acc 0.50，误报 150（测试 300 张全判裂缝）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73F5F"/>
                </a:solidFill>
                <a:latin typeface="Microsoft YaHei"/>
                <a:ea typeface="Microsoft YaHei"/>
              </a:rPr>
              <a:t>· 结论：基线几乎不可用，必须让模型学习图像特征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0" y="1188000"/>
            <a:ext cx="5184000" cy="2160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23A3A"/>
                </a:solidFill>
                <a:latin typeface="Microsoft YaHei"/>
                <a:ea typeface="Microsoft YaHei"/>
              </a:rPr>
              <a:t>② 候选（Candidate）：SmallCNN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原理差异：卷积核在图上滑动，自动学习局部纹理（裂缝是线状纹理）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参数共享 + 池化降采样 → 参数量少、对小位移更稳健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23A3A"/>
                </a:solidFill>
                <a:latin typeface="Microsoft YaHei"/>
                <a:ea typeface="Microsoft YaHei"/>
              </a:rPr>
              <a:t>· 训练设置：600/类、75/25、seed 2026、8 epochs（900/300）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123A3A"/>
                </a:solidFill>
                <a:latin typeface="Microsoft YaHei"/>
                <a:ea typeface="Microsoft YaHei"/>
              </a:rPr>
              <a:t>· 与基线同数据、同划分、同测试集，只改“方法”一个变量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3456000"/>
            <a:ext cx="11124000" cy="2988000"/>
          </a:xfrm>
          <a:prstGeom prst="roundRect">
            <a:avLst/>
          </a:prstGeom>
          <a:solidFill>
            <a:srgbClr val="12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2C39A"/>
                </a:solidFill>
                <a:latin typeface="Microsoft YaHei"/>
                <a:ea typeface="Microsoft YaHei"/>
              </a:rPr>
              <a:t>③ 真实核心代码（取自课程 starter）——模型构建与预处理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DDDD0"/>
                </a:solidFill>
                <a:latin typeface="Consolas"/>
                <a:ea typeface="Microsoft YaHei"/>
              </a:rPr>
              <a:t># models.py · 课程指定的 SmallCNN 层结构（3×64×64 → 2 类）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self.net = nn.Sequential(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nn.Conv2d(3, 8, 3, padding=1), nn.ReLU(), nn.MaxPool2d(2),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nn.Conv2d(8, 16, 3, padding=1), nn.ReLU(), nn.MaxPool2d(2),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nn.Flatten(), nn.Linear(16*16*16, 2))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2C39A"/>
                </a:solidFill>
                <a:latin typeface="Microsoft YaHei"/>
                <a:ea typeface="Microsoft YaHei"/>
              </a:rPr>
              <a:t># 一句话：两层卷积+池化逐层提取局部纹理并降维，最后展平经全连接输出两类得分</a:t>
            </a:r>
          </a:p>
          <a:p>
            <a:pPr algn="l">
              <a:spcAft>
                <a:spcPts val="300"/>
              </a:spcAft>
            </a:pPr>
            <a:endParaRPr sz="1200" b="1">
              <a:solidFill>
                <a:srgbClr val="02C39A"/>
              </a:solidFill>
              <a:latin typeface="Microsoft YaHei"/>
              <a:ea typeface="Microsoft YaHei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8DDDD0"/>
                </a:solidFill>
                <a:latin typeface="Consolas"/>
                <a:ea typeface="Microsoft YaHei"/>
              </a:rPr>
              <a:t># train.py · 图像预处理：统一尺寸并转成张量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transform = transforms.Compose([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8F7F4"/>
                </a:solidFill>
                <a:latin typeface="Consolas"/>
                <a:ea typeface="Microsoft YaHei"/>
              </a:rPr>
              <a:t>    transforms.Resize((64, 64)), transforms.ToTensor()])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2C39A"/>
                </a:solidFill>
                <a:latin typeface="Microsoft YaHei"/>
                <a:ea typeface="Microsoft YaHei"/>
              </a:rPr>
              <a:t># 一句话：把任意尺寸照片统一为 3×64×64、0~1 张量，保证 CNN 输入形状一致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2000" y="0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03 · 约 60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最重要证据：基线与 CNN 的对比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5544000" cy="2268000"/>
          </a:xfrm>
          <a:prstGeom prst="roundRect">
            <a:avLst/>
          </a:prstGeom>
          <a:solidFill>
            <a:srgbClr val="18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C39A"/>
                </a:solidFill>
                <a:latin typeface="Microsoft YaHei"/>
                <a:ea typeface="Microsoft YaHei"/>
              </a:rPr>
              <a:t>主指标（测试集 300 张，25%）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准确率 acc：基线 0.500 → CNN 0.943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漏检 FN：基线 0 → CNN 14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误报 FP：基线 150 → CNN 3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train_loss：0.68 → 0.20（8 epochs）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数据划分：600/类、75/25 → 训练 900 / 测试 300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80000" y="1188000"/>
            <a:ext cx="5184000" cy="2268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6B3E16"/>
                </a:solidFill>
                <a:latin typeface="Microsoft YaHei"/>
                <a:ea typeface="Microsoft YaHei"/>
              </a:rPr>
              <a:t>可视化证据（占位）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6B3E16"/>
                </a:solidFill>
                <a:latin typeface="Microsoft YaHei"/>
                <a:ea typeface="Microsoft YaHei"/>
              </a:rPr>
              <a:t>[ 请在此处插入真实的 Loss 曲线图 或 预测对比图 / 混淆矩阵 ]</a:t>
            </a:r>
          </a:p>
          <a:p>
            <a:pPr algn="l">
              <a:spcAft>
                <a:spcPts val="300"/>
              </a:spcAft>
            </a:pPr>
            <a:endParaRPr sz="1400" b="1">
              <a:solidFill>
                <a:srgbClr val="6B3E16"/>
              </a:solidFill>
              <a:latin typeface="Microsoft YaHei"/>
              <a:ea typeface="Microsoft YaHei"/>
            </a:endParaRP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建议图 1：train_loss 随 epoch 下降曲线（0.68 → 0.20），说明模型在学习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建议图 2：混淆矩阵或错误图像联系表（突出漏检 14 张）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78948" y="3692054"/>
            <a:ext cx="11124000" cy="1872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3A3A"/>
                </a:solidFill>
                <a:latin typeface="Microsoft YaHei"/>
                <a:ea typeface="Microsoft YaHei"/>
              </a:rPr>
              <a:t>这些数字怎样得到、表示什么？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Consolas"/>
                <a:ea typeface="Microsoft YaHei"/>
              </a:rPr>
              <a:t>· 命令：python train.py --model cnn --epochs 8 --max-per-class 600 --seed 2026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acc：分类正确的比例（0.943 = 测试 300 张中约 283 张正确）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23A3A"/>
                </a:solidFill>
                <a:latin typeface="Microsoft YaHei"/>
                <a:ea typeface="Microsoft YaHei"/>
              </a:rPr>
              <a:t>· FN 漏检是最危险错误：14 张真实裂缝没被报出，不会送去人工复核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FP 误报只增加复核量：CNN 从基线 150 降到 3，大幅减少无效复核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652000"/>
            <a:ext cx="1112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2C39A"/>
                </a:solidFill>
                <a:latin typeface="Microsoft YaHei"/>
                <a:ea typeface="Microsoft YaHei"/>
              </a:rPr>
              <a:t>可复现：train.py 同一命令、同一 seed/划分可重新产生以上全部数字。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6000" y="81419"/>
            <a:ext cx="12192000" cy="6858000"/>
          </a:xfrm>
          <a:prstGeom prst="rect">
            <a:avLst/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0000" y="234000"/>
            <a:ext cx="540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2C39A"/>
                </a:solidFill>
                <a:latin typeface="Microsoft YaHei"/>
                <a:ea typeface="Microsoft YaHei"/>
              </a:rPr>
              <a:t>04 · 约 45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22000"/>
            <a:ext cx="1116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183B45"/>
                </a:solidFill>
                <a:latin typeface="Microsoft YaHei"/>
                <a:ea typeface="Microsoft YaHei"/>
              </a:rPr>
              <a:t>失败、限制与下一问题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1062000"/>
            <a:ext cx="1440000" cy="432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0000" y="1188000"/>
            <a:ext cx="11124000" cy="1368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6B3E16"/>
                </a:solidFill>
                <a:latin typeface="Microsoft YaHei"/>
                <a:ea typeface="Microsoft YaHei"/>
              </a:rPr>
              <a:t>一个真实失败：漏检 14 张真实裂缝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6B3E16"/>
                </a:solidFill>
                <a:latin typeface="Microsoft YaHei"/>
                <a:ea typeface="Microsoft YaHei"/>
              </a:rPr>
              <a:t>04283.jpg 在 2 epoch 与 8 epoch 都被漏检；这类真实裂缝不会被送去人工复核，是最需要优先看的图像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700000"/>
            <a:ext cx="3456000" cy="3096000"/>
          </a:xfrm>
          <a:prstGeom prst="roundRect">
            <a:avLst/>
          </a:prstGeom>
          <a:solidFill>
            <a:srgbClr val="D7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23A3A"/>
                </a:solidFill>
                <a:latin typeface="Microsoft YaHei"/>
                <a:ea typeface="Microsoft YaHei"/>
              </a:rPr>
              <a:t>合理的失败场景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光照/阴影/污渍/划痕与裂缝纹理相似 → 误报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细裂缝 Resize 到 64×64 后细节丢失 → 漏检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23A3A"/>
                </a:solidFill>
                <a:latin typeface="Microsoft YaHei"/>
                <a:ea typeface="Microsoft YaHei"/>
              </a:rPr>
              <a:t>· 切块数据泄漏：图像来自少量高分辨率源图切块，相邻块高度相似，patch 级随机划分可能让相关图像跨训练/测试边界 → 数字偏乐观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4000" y="2700000"/>
            <a:ext cx="3456000" cy="3096000"/>
          </a:xfrm>
          <a:prstGeom prst="roundRect">
            <a:avLst/>
          </a:prstGeom>
          <a:solidFill>
            <a:srgbClr val="C9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73F5F"/>
                </a:solidFill>
                <a:latin typeface="Microsoft YaHei"/>
                <a:ea typeface="Microsoft YaHei"/>
              </a:rPr>
              <a:t>证据不支持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不能替代现场检查 / 工程判断 / 安全决策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不能宣称“模型已证明结构安全”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173F5F"/>
                </a:solidFill>
                <a:latin typeface="Microsoft YaHei"/>
                <a:ea typeface="Microsoft YaHei"/>
              </a:rPr>
              <a:t>· 切块泄漏下 acc 可能偏乐观，不能直接当生产指标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08000" y="2700000"/>
            <a:ext cx="3456000" cy="3096000"/>
          </a:xfrm>
          <a:prstGeom prst="roundRect">
            <a:avLst/>
          </a:prstGeom>
          <a:solidFill>
            <a:srgbClr val="FBE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108000" rIns="125999" bIns="108000" rtlCol="0" anchor="t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6B3E16"/>
                </a:solidFill>
                <a:latin typeface="Microsoft YaHei"/>
                <a:ea typeface="Microsoft YaHei"/>
              </a:rPr>
              <a:t>下一项最小检查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统计漏检 14 张的共性（对比度、裂纹宽度、光照）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数据增强：翻转 / 旋转 / 亮度扰动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6B3E16"/>
                </a:solidFill>
                <a:latin typeface="Microsoft YaHei"/>
                <a:ea typeface="Microsoft YaHei"/>
              </a:rPr>
              <a:t>· 改用“按源图划分”重新评估，去掉泄漏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000" y="5976000"/>
            <a:ext cx="1112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108000" tIns="72000" rIns="108000" bIns="72000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39545B"/>
                </a:solidFill>
                <a:latin typeface="Microsoft YaHei"/>
                <a:ea typeface="Microsoft YaHei"/>
              </a:rPr>
              <a:t>准备回答：代码追踪 · 指标 · 失败 · 智能体贡献 · 小变化预测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783</Words>
  <Application>Microsoft Office PowerPoint</Application>
  <PresentationFormat>宽屏</PresentationFormat>
  <Paragraphs>80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老师 汤</cp:lastModifiedBy>
  <cp:revision>2</cp:revision>
  <dcterms:created xsi:type="dcterms:W3CDTF">2013-01-27T09:14:16Z</dcterms:created>
  <dcterms:modified xsi:type="dcterms:W3CDTF">2026-08-19T15:18:33Z</dcterms:modified>
  <cp:category/>
</cp:coreProperties>
</file>